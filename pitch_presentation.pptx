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Pharmaceutical Inventory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Supply Chain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 |  AUCA Database Course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medications reaching patients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stock levels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tracking prone to errors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orders not tracked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batches with expiry dates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inventory visibility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reorder alerts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supplier order history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560320" cy="12801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560320" cy="12801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9184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560320" cy="12801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3NF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0058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supplier_name, contact, email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0058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category, price, supplier_id (FK)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0058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location, capacity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560320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purchase_orders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supplier_id (FK), date, 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560320" cy="10058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(FK), expiry_date, qty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560320" cy="10058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inventory_movements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batch_id, warehouse_id (FK), 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1:N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 1:N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 1:N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← 1:N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 1:N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= Primary Key    FK = Foreign Key    1:N = One-to-Many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 suppliers→products, suppliers→purchase_orders, products→batches, batches→inventory_movements, warehouses→inventory_movements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Technical Decisions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(3NF)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redundant data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info stored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details not repeated in batches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Easier updates, less storage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73152" cy="1737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Constraints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CHECK: expiry &gt; manufacture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CHECK: status IN (Pending, Shipped...)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UNIQUE: batch_number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Foreign keys enforce relationships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Data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SERIAL for auto-increment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DECIMAL(10,2) for prices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for expiry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 for audit trails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Optimization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JOINs instead of subqueries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Aggregations with GROUP BY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COALESCE for NULL handling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date filtering with INTERVAL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Queries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4572000"/>
              </a:tblGrid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Concepts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Catalog with Suppliers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INNER JOIN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Inventory by Warehouse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JOINs, CASE WHEN, SUM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Expiring Batches Alert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filtering, INTERVAL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Order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JOIN, COUNT, AVG, GROUP BY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 Below Reorder 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Subquery, COALESCE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Utilization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fields, ROUND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Movement Summary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TO_CHAR, date functions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s.supplier_name FROM products p JOIN suppliers s ON p.supplier_id = s.supplier_id;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Pharmaceutical Inventory System</dc:title>
  <dc:subject>PptxGenJS Presentation</dc:subject>
  <dc:creator>AUCA Student</dc:creator>
  <cp:lastModifiedBy>AUCA Student</cp:lastModifiedBy>
  <cp:revision>1</cp:revision>
  <dcterms:created xsi:type="dcterms:W3CDTF">2026-05-08T13:27:14Z</dcterms:created>
  <dcterms:modified xsi:type="dcterms:W3CDTF">2026-05-08T13:27:14Z</dcterms:modified>
</cp:coreProperties>
</file>